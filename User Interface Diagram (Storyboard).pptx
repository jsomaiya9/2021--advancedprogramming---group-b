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4" r:id="rId9"/>
    <p:sldId id="261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2" r:id="rId20"/>
    <p:sldId id="265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" v="249" dt="2021-03-19T12:03:19.932"/>
    <p1510:client id="{8523EB73-7F24-4631-BB68-F852353D0727}" v="3" dt="2021-03-21T11:28:37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7345" y="1858087"/>
            <a:ext cx="9144000" cy="2387600"/>
          </a:xfrm>
        </p:spPr>
        <p:txBody>
          <a:bodyPr/>
          <a:lstStyle/>
          <a:p>
            <a:r>
              <a:rPr lang="en-GB" dirty="0">
                <a:cs typeface="Calibri Light"/>
              </a:rPr>
              <a:t>Advance Programming</a:t>
            </a:r>
            <a:br>
              <a:rPr lang="en-US" dirty="0"/>
            </a:br>
            <a:r>
              <a:rPr lang="en-GB" dirty="0">
                <a:cs typeface="Calibri Light"/>
              </a:rPr>
              <a:t>Story-Board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B2D8D-B134-4EB3-A8B0-C1B3A231BAEB}"/>
              </a:ext>
            </a:extLst>
          </p:cNvPr>
          <p:cNvSpPr txBox="1"/>
          <p:nvPr/>
        </p:nvSpPr>
        <p:spPr>
          <a:xfrm>
            <a:off x="82378" y="1611010"/>
            <a:ext cx="95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Home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48F451-339F-43EC-A407-407E832830AE}"/>
              </a:ext>
            </a:extLst>
          </p:cNvPr>
          <p:cNvSpPr/>
          <p:nvPr/>
        </p:nvSpPr>
        <p:spPr>
          <a:xfrm>
            <a:off x="4457771" y="1647568"/>
            <a:ext cx="275838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u="sng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Welcome to BARD Clubs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2232E5-DA31-4958-9E6D-D93F6073569E}"/>
              </a:ext>
            </a:extLst>
          </p:cNvPr>
          <p:cNvSpPr/>
          <p:nvPr/>
        </p:nvSpPr>
        <p:spPr>
          <a:xfrm>
            <a:off x="478024" y="2743200"/>
            <a:ext cx="2757437" cy="32992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16FD49-BE0F-4CD1-92FA-C1AB3BAA1C15}"/>
              </a:ext>
            </a:extLst>
          </p:cNvPr>
          <p:cNvSpPr/>
          <p:nvPr/>
        </p:nvSpPr>
        <p:spPr>
          <a:xfrm>
            <a:off x="4717280" y="2743200"/>
            <a:ext cx="2757437" cy="32992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6D9738-4FF8-4AC5-8ED9-2E617BB5FB6E}"/>
              </a:ext>
            </a:extLst>
          </p:cNvPr>
          <p:cNvSpPr/>
          <p:nvPr/>
        </p:nvSpPr>
        <p:spPr>
          <a:xfrm>
            <a:off x="8956539" y="2743200"/>
            <a:ext cx="2757437" cy="32992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870E1-D0AB-44CC-B476-3D0A18563D17}"/>
              </a:ext>
            </a:extLst>
          </p:cNvPr>
          <p:cNvSpPr txBox="1"/>
          <p:nvPr/>
        </p:nvSpPr>
        <p:spPr>
          <a:xfrm>
            <a:off x="775878" y="2332678"/>
            <a:ext cx="190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Latest News</a:t>
            </a:r>
            <a:r>
              <a:rPr lang="en-GB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C66CD-733E-4DA8-82D7-BC7E64E62D69}"/>
              </a:ext>
            </a:extLst>
          </p:cNvPr>
          <p:cNvSpPr txBox="1"/>
          <p:nvPr/>
        </p:nvSpPr>
        <p:spPr>
          <a:xfrm>
            <a:off x="5142585" y="2329244"/>
            <a:ext cx="190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Top Clubs</a:t>
            </a:r>
            <a:r>
              <a:rPr lang="en-GB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19731-72FA-43F5-9467-E36B4798E99D}"/>
              </a:ext>
            </a:extLst>
          </p:cNvPr>
          <p:cNvSpPr txBox="1"/>
          <p:nvPr/>
        </p:nvSpPr>
        <p:spPr>
          <a:xfrm>
            <a:off x="9509292" y="2340514"/>
            <a:ext cx="190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Top Players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984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F0C79C-9CEE-4CDE-8F66-993CABF48304}"/>
              </a:ext>
            </a:extLst>
          </p:cNvPr>
          <p:cNvSpPr txBox="1"/>
          <p:nvPr/>
        </p:nvSpPr>
        <p:spPr>
          <a:xfrm>
            <a:off x="201592" y="1611010"/>
            <a:ext cx="17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Premier League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7CE5458-BD27-4EAC-8971-0B7D0C069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9609"/>
              </p:ext>
            </p:extLst>
          </p:nvPr>
        </p:nvGraphicFramePr>
        <p:xfrm>
          <a:off x="1911293" y="2026165"/>
          <a:ext cx="8128000" cy="4559521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433271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51523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93596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9534374"/>
                    </a:ext>
                  </a:extLst>
                </a:gridCol>
              </a:tblGrid>
              <a:tr h="48154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Club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Star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905690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r>
                        <a:rPr lang="en-GB"/>
                        <a:t>Chelsea 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Tammy Abraham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Nationality – England</a:t>
                      </a:r>
                    </a:p>
                    <a:p>
                      <a:r>
                        <a:rPr lang="en-GB"/>
                        <a:t>Date of Birth – 02/10/1997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45884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79839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63879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54270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233473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89223"/>
                  </a:ext>
                </a:extLst>
              </a:tr>
              <a:tr h="4815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03611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1A9B941-39F8-4526-93B3-40F7CBCA5713}"/>
              </a:ext>
            </a:extLst>
          </p:cNvPr>
          <p:cNvSpPr/>
          <p:nvPr/>
        </p:nvSpPr>
        <p:spPr>
          <a:xfrm>
            <a:off x="8807640" y="2781625"/>
            <a:ext cx="627321" cy="3455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12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37AB0-14F2-402A-9A24-37C7FD3CBA51}"/>
              </a:ext>
            </a:extLst>
          </p:cNvPr>
          <p:cNvSpPr txBox="1"/>
          <p:nvPr/>
        </p:nvSpPr>
        <p:spPr>
          <a:xfrm>
            <a:off x="4744220" y="1563365"/>
            <a:ext cx="218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Football Club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9ABB0-EAB5-4055-B57E-A9E0B00D4B3E}"/>
              </a:ext>
            </a:extLst>
          </p:cNvPr>
          <p:cNvSpPr txBox="1"/>
          <p:nvPr/>
        </p:nvSpPr>
        <p:spPr>
          <a:xfrm>
            <a:off x="208522" y="1937263"/>
            <a:ext cx="249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Information about Club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CDF4-333B-4BD3-AB6D-472C753C8134}"/>
              </a:ext>
            </a:extLst>
          </p:cNvPr>
          <p:cNvSpPr txBox="1"/>
          <p:nvPr/>
        </p:nvSpPr>
        <p:spPr>
          <a:xfrm>
            <a:off x="208522" y="2243082"/>
            <a:ext cx="30948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E74428-1ECD-400C-9C6A-B3930EB09AD3}"/>
              </a:ext>
            </a:extLst>
          </p:cNvPr>
          <p:cNvSpPr txBox="1"/>
          <p:nvPr/>
        </p:nvSpPr>
        <p:spPr>
          <a:xfrm>
            <a:off x="4659002" y="3921009"/>
            <a:ext cx="249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Our Players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772D028-9D24-4841-8FC4-177B2BDCE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89997"/>
              </p:ext>
            </p:extLst>
          </p:nvPr>
        </p:nvGraphicFramePr>
        <p:xfrm>
          <a:off x="3671371" y="4391479"/>
          <a:ext cx="4849256" cy="222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974">
                  <a:extLst>
                    <a:ext uri="{9D8B030D-6E8A-4147-A177-3AD203B41FA5}">
                      <a16:colId xmlns:a16="http://schemas.microsoft.com/office/drawing/2014/main" val="1663937551"/>
                    </a:ext>
                  </a:extLst>
                </a:gridCol>
                <a:gridCol w="1559654">
                  <a:extLst>
                    <a:ext uri="{9D8B030D-6E8A-4147-A177-3AD203B41FA5}">
                      <a16:colId xmlns:a16="http://schemas.microsoft.com/office/drawing/2014/main" val="2655226513"/>
                    </a:ext>
                  </a:extLst>
                </a:gridCol>
                <a:gridCol w="1282400">
                  <a:extLst>
                    <a:ext uri="{9D8B030D-6E8A-4147-A177-3AD203B41FA5}">
                      <a16:colId xmlns:a16="http://schemas.microsoft.com/office/drawing/2014/main" val="3229216665"/>
                    </a:ext>
                  </a:extLst>
                </a:gridCol>
                <a:gridCol w="1142228">
                  <a:extLst>
                    <a:ext uri="{9D8B030D-6E8A-4147-A177-3AD203B41FA5}">
                      <a16:colId xmlns:a16="http://schemas.microsoft.com/office/drawing/2014/main" val="425621048"/>
                    </a:ext>
                  </a:extLst>
                </a:gridCol>
              </a:tblGrid>
              <a:tr h="37103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Image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Rank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Select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73066"/>
                  </a:ext>
                </a:extLst>
              </a:tr>
              <a:tr h="37103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690035"/>
                  </a:ext>
                </a:extLst>
              </a:tr>
              <a:tr h="37103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5358"/>
                  </a:ext>
                </a:extLst>
              </a:tr>
              <a:tr h="37103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570201"/>
                  </a:ext>
                </a:extLst>
              </a:tr>
              <a:tr h="37103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0590"/>
                  </a:ext>
                </a:extLst>
              </a:tr>
              <a:tr h="37103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909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2B10E9B-A368-4927-A474-A4BF594FFC3D}"/>
              </a:ext>
            </a:extLst>
          </p:cNvPr>
          <p:cNvSpPr txBox="1"/>
          <p:nvPr/>
        </p:nvSpPr>
        <p:spPr>
          <a:xfrm>
            <a:off x="8518986" y="1873750"/>
            <a:ext cx="317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Latest From the Premier League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9B26D4-A73F-48A9-BB0D-CA94179E5D77}"/>
              </a:ext>
            </a:extLst>
          </p:cNvPr>
          <p:cNvSpPr txBox="1"/>
          <p:nvPr/>
        </p:nvSpPr>
        <p:spPr>
          <a:xfrm>
            <a:off x="8616435" y="2185420"/>
            <a:ext cx="30948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82578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37AB0-14F2-402A-9A24-37C7FD3CBA51}"/>
              </a:ext>
            </a:extLst>
          </p:cNvPr>
          <p:cNvSpPr txBox="1"/>
          <p:nvPr/>
        </p:nvSpPr>
        <p:spPr>
          <a:xfrm>
            <a:off x="4744220" y="1563365"/>
            <a:ext cx="218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Football Club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9ABB0-EAB5-4055-B57E-A9E0B00D4B3E}"/>
              </a:ext>
            </a:extLst>
          </p:cNvPr>
          <p:cNvSpPr txBox="1"/>
          <p:nvPr/>
        </p:nvSpPr>
        <p:spPr>
          <a:xfrm>
            <a:off x="164757" y="3958964"/>
            <a:ext cx="2691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Information about Player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CDF4-333B-4BD3-AB6D-472C753C8134}"/>
              </a:ext>
            </a:extLst>
          </p:cNvPr>
          <p:cNvSpPr txBox="1"/>
          <p:nvPr/>
        </p:nvSpPr>
        <p:spPr>
          <a:xfrm>
            <a:off x="164757" y="4226011"/>
            <a:ext cx="30948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B10E9B-A368-4927-A474-A4BF594FFC3D}"/>
              </a:ext>
            </a:extLst>
          </p:cNvPr>
          <p:cNvSpPr txBox="1"/>
          <p:nvPr/>
        </p:nvSpPr>
        <p:spPr>
          <a:xfrm>
            <a:off x="9419736" y="1647568"/>
            <a:ext cx="1753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Comments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94663E-BDC2-4531-ACE8-4D1E8C7EF437}"/>
              </a:ext>
            </a:extLst>
          </p:cNvPr>
          <p:cNvSpPr txBox="1"/>
          <p:nvPr/>
        </p:nvSpPr>
        <p:spPr>
          <a:xfrm>
            <a:off x="5092537" y="1841411"/>
            <a:ext cx="144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Player Name</a:t>
            </a: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6AFBBCC-743D-4E8B-A67C-CF0DF8515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906356"/>
              </p:ext>
            </p:extLst>
          </p:nvPr>
        </p:nvGraphicFramePr>
        <p:xfrm>
          <a:off x="8310922" y="2026077"/>
          <a:ext cx="355439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799">
                  <a:extLst>
                    <a:ext uri="{9D8B030D-6E8A-4147-A177-3AD203B41FA5}">
                      <a16:colId xmlns:a16="http://schemas.microsoft.com/office/drawing/2014/main" val="887212129"/>
                    </a:ext>
                  </a:extLst>
                </a:gridCol>
                <a:gridCol w="1184799">
                  <a:extLst>
                    <a:ext uri="{9D8B030D-6E8A-4147-A177-3AD203B41FA5}">
                      <a16:colId xmlns:a16="http://schemas.microsoft.com/office/drawing/2014/main" val="393986105"/>
                    </a:ext>
                  </a:extLst>
                </a:gridCol>
                <a:gridCol w="1184799">
                  <a:extLst>
                    <a:ext uri="{9D8B030D-6E8A-4147-A177-3AD203B41FA5}">
                      <a16:colId xmlns:a16="http://schemas.microsoft.com/office/drawing/2014/main" val="4087424695"/>
                    </a:ext>
                  </a:extLst>
                </a:gridCol>
              </a:tblGrid>
              <a:tr h="362053">
                <a:tc>
                  <a:txBody>
                    <a:bodyPr/>
                    <a:lstStyle/>
                    <a:p>
                      <a:r>
                        <a:rPr lang="en-GB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397928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40484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736277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34825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820058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95218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611564"/>
                  </a:ext>
                </a:extLst>
              </a:tr>
              <a:tr h="36205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2390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9BD161C-9EB2-4B33-8BA9-9B6A776384B9}"/>
              </a:ext>
            </a:extLst>
          </p:cNvPr>
          <p:cNvSpPr/>
          <p:nvPr/>
        </p:nvSpPr>
        <p:spPr>
          <a:xfrm>
            <a:off x="4184558" y="2466334"/>
            <a:ext cx="3302349" cy="32015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Player Image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B90CC4-A3A6-43D1-A619-D62E248E0496}"/>
              </a:ext>
            </a:extLst>
          </p:cNvPr>
          <p:cNvSpPr/>
          <p:nvPr/>
        </p:nvSpPr>
        <p:spPr>
          <a:xfrm>
            <a:off x="8436945" y="5210432"/>
            <a:ext cx="3302349" cy="7156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--------------------------------------------------------------------------------------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F0A8FD-FCAC-4B5B-B055-5CCF6E8C87D2}"/>
              </a:ext>
            </a:extLst>
          </p:cNvPr>
          <p:cNvSpPr/>
          <p:nvPr/>
        </p:nvSpPr>
        <p:spPr>
          <a:xfrm>
            <a:off x="9337358" y="6101679"/>
            <a:ext cx="1753598" cy="263610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Add Comment</a:t>
            </a:r>
          </a:p>
        </p:txBody>
      </p:sp>
    </p:spTree>
    <p:extLst>
      <p:ext uri="{BB962C8B-B14F-4D97-AF65-F5344CB8AC3E}">
        <p14:creationId xmlns:p14="http://schemas.microsoft.com/office/powerpoint/2010/main" val="50836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53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Register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EB58C-00A0-422C-96EB-6D37458E54EA}"/>
              </a:ext>
            </a:extLst>
          </p:cNvPr>
          <p:cNvSpPr txBox="1"/>
          <p:nvPr/>
        </p:nvSpPr>
        <p:spPr>
          <a:xfrm>
            <a:off x="4332306" y="2102451"/>
            <a:ext cx="365071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First Name: -----------</a:t>
            </a:r>
          </a:p>
          <a:p>
            <a:r>
              <a:rPr lang="en-US" dirty="0"/>
              <a:t>Last Name:--------</a:t>
            </a:r>
          </a:p>
          <a:p>
            <a:r>
              <a:rPr lang="en-US" dirty="0"/>
              <a:t>Email:----------------</a:t>
            </a:r>
          </a:p>
          <a:p>
            <a:r>
              <a:rPr lang="en-US" dirty="0">
                <a:cs typeface="Calibri"/>
              </a:rPr>
              <a:t>Address Line 1:-------------</a:t>
            </a:r>
            <a:endParaRPr lang="en-US" dirty="0"/>
          </a:p>
          <a:p>
            <a:r>
              <a:rPr lang="en-US" dirty="0">
                <a:cs typeface="Calibri" panose="020F0502020204030204"/>
              </a:rPr>
              <a:t>Address Line 2:--------------</a:t>
            </a:r>
          </a:p>
          <a:p>
            <a:r>
              <a:rPr lang="en-US" dirty="0">
                <a:cs typeface="Calibri" panose="020F0502020204030204"/>
              </a:rPr>
              <a:t>Date of Birth:------------</a:t>
            </a:r>
          </a:p>
          <a:p>
            <a:r>
              <a:rPr lang="en-US" dirty="0">
                <a:cs typeface="Calibri" panose="020F0502020204030204"/>
              </a:rPr>
              <a:t>Town:---------------</a:t>
            </a:r>
          </a:p>
          <a:p>
            <a:r>
              <a:rPr lang="en-US" dirty="0">
                <a:cs typeface="Calibri" panose="020F0502020204030204"/>
              </a:rPr>
              <a:t>Postcode-------------</a:t>
            </a:r>
          </a:p>
          <a:p>
            <a:r>
              <a:rPr lang="en-US" dirty="0"/>
              <a:t>Username:-------------</a:t>
            </a:r>
          </a:p>
          <a:p>
            <a:r>
              <a:rPr lang="en-US" dirty="0"/>
              <a:t>Confirm Username:--------------</a:t>
            </a:r>
          </a:p>
          <a:p>
            <a:r>
              <a:rPr lang="en-US" dirty="0"/>
              <a:t>Password:---------------</a:t>
            </a:r>
          </a:p>
          <a:p>
            <a:r>
              <a:rPr lang="en-US" dirty="0"/>
              <a:t>Confirm Password:------------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5082746" y="5774724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315234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53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Add Player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EB58C-00A0-422C-96EB-6D37458E54EA}"/>
              </a:ext>
            </a:extLst>
          </p:cNvPr>
          <p:cNvSpPr txBox="1"/>
          <p:nvPr/>
        </p:nvSpPr>
        <p:spPr>
          <a:xfrm>
            <a:off x="4332306" y="2102451"/>
            <a:ext cx="36507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First Name: -----------</a:t>
            </a:r>
          </a:p>
          <a:p>
            <a:r>
              <a:rPr lang="en-US" dirty="0"/>
              <a:t>Last Name:--------</a:t>
            </a:r>
          </a:p>
          <a:p>
            <a:r>
              <a:rPr lang="en-US" dirty="0"/>
              <a:t>Football Club</a:t>
            </a:r>
          </a:p>
          <a:p>
            <a:r>
              <a:rPr lang="en-US" dirty="0"/>
              <a:t>Twitter Name:----------------</a:t>
            </a:r>
          </a:p>
          <a:p>
            <a:r>
              <a:rPr lang="en-US" dirty="0">
                <a:cs typeface="Calibri" panose="020F0502020204030204"/>
              </a:rPr>
              <a:t>Date of Birth:------------</a:t>
            </a:r>
          </a:p>
          <a:p>
            <a:r>
              <a:rPr lang="en-US" dirty="0">
                <a:cs typeface="Calibri" panose="020F0502020204030204"/>
              </a:rPr>
              <a:t>Town:---------------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4867379" y="4096845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Add Player</a:t>
            </a:r>
          </a:p>
        </p:txBody>
      </p:sp>
    </p:spTree>
    <p:extLst>
      <p:ext uri="{BB962C8B-B14F-4D97-AF65-F5344CB8AC3E}">
        <p14:creationId xmlns:p14="http://schemas.microsoft.com/office/powerpoint/2010/main" val="173867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53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Edit Player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4946285" y="5585401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7244F-AB62-4B7E-8772-D94E28E43D8D}"/>
              </a:ext>
            </a:extLst>
          </p:cNvPr>
          <p:cNvSpPr txBox="1"/>
          <p:nvPr/>
        </p:nvSpPr>
        <p:spPr>
          <a:xfrm>
            <a:off x="4692736" y="2295290"/>
            <a:ext cx="3650713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First Name: -----------</a:t>
            </a:r>
          </a:p>
          <a:p>
            <a:endParaRPr lang="en-US" dirty="0"/>
          </a:p>
          <a:p>
            <a:r>
              <a:rPr lang="en-US" dirty="0"/>
              <a:t>Last Name:--------</a:t>
            </a:r>
          </a:p>
          <a:p>
            <a:endParaRPr lang="en-US" dirty="0"/>
          </a:p>
          <a:p>
            <a:r>
              <a:rPr lang="en-US" dirty="0"/>
              <a:t>Football Club --------</a:t>
            </a:r>
          </a:p>
          <a:p>
            <a:endParaRPr lang="en-US" dirty="0"/>
          </a:p>
          <a:p>
            <a:r>
              <a:rPr lang="en-US" dirty="0"/>
              <a:t>Twitter Name:----------------</a:t>
            </a: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Date of Birth:------------</a:t>
            </a: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Town:---------------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7D0923-298A-44C0-8A87-540F18462108}"/>
              </a:ext>
            </a:extLst>
          </p:cNvPr>
          <p:cNvSpPr/>
          <p:nvPr/>
        </p:nvSpPr>
        <p:spPr>
          <a:xfrm>
            <a:off x="1293107" y="2126993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Player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BC90A8-97CC-41DE-AB53-A9C295CC755D}"/>
              </a:ext>
            </a:extLst>
          </p:cNvPr>
          <p:cNvSpPr/>
          <p:nvPr/>
        </p:nvSpPr>
        <p:spPr>
          <a:xfrm>
            <a:off x="366583" y="2741389"/>
            <a:ext cx="3605699" cy="27893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7A2267-783F-4123-9D10-D3B41322636A}"/>
              </a:ext>
            </a:extLst>
          </p:cNvPr>
          <p:cNvSpPr/>
          <p:nvPr/>
        </p:nvSpPr>
        <p:spPr>
          <a:xfrm>
            <a:off x="6849678" y="2374412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8D233-72D4-4999-9A73-23AAEF847F25}"/>
              </a:ext>
            </a:extLst>
          </p:cNvPr>
          <p:cNvSpPr/>
          <p:nvPr/>
        </p:nvSpPr>
        <p:spPr>
          <a:xfrm>
            <a:off x="6849678" y="2932818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739F08-C1E4-42F0-AF1D-79DE4F2E04B0}"/>
              </a:ext>
            </a:extLst>
          </p:cNvPr>
          <p:cNvSpPr/>
          <p:nvPr/>
        </p:nvSpPr>
        <p:spPr>
          <a:xfrm>
            <a:off x="6849678" y="3479362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C9196E-2978-47A6-BAE0-B1EEBABBCE02}"/>
              </a:ext>
            </a:extLst>
          </p:cNvPr>
          <p:cNvSpPr/>
          <p:nvPr/>
        </p:nvSpPr>
        <p:spPr>
          <a:xfrm>
            <a:off x="7514895" y="4003110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169707-F2AE-491F-B513-D4BF287EBF1C}"/>
              </a:ext>
            </a:extLst>
          </p:cNvPr>
          <p:cNvSpPr/>
          <p:nvPr/>
        </p:nvSpPr>
        <p:spPr>
          <a:xfrm>
            <a:off x="7133474" y="4565059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45B385-DE83-4DF0-971E-81785B7AC954}"/>
              </a:ext>
            </a:extLst>
          </p:cNvPr>
          <p:cNvSpPr/>
          <p:nvPr/>
        </p:nvSpPr>
        <p:spPr>
          <a:xfrm>
            <a:off x="6649984" y="5120430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</p:spTree>
    <p:extLst>
      <p:ext uri="{BB962C8B-B14F-4D97-AF65-F5344CB8AC3E}">
        <p14:creationId xmlns:p14="http://schemas.microsoft.com/office/powerpoint/2010/main" val="69497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53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Delete Player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5241312" y="5674356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FFB59F-8BA2-4A66-B822-967D69F78D42}"/>
              </a:ext>
            </a:extLst>
          </p:cNvPr>
          <p:cNvSpPr/>
          <p:nvPr/>
        </p:nvSpPr>
        <p:spPr>
          <a:xfrm>
            <a:off x="1142228" y="2242403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Player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D4D373-C7DD-491D-AEE5-2CA0492DC715}"/>
              </a:ext>
            </a:extLst>
          </p:cNvPr>
          <p:cNvSpPr/>
          <p:nvPr/>
        </p:nvSpPr>
        <p:spPr>
          <a:xfrm>
            <a:off x="359313" y="2884957"/>
            <a:ext cx="3605699" cy="27893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ADD11-47B6-408F-88C9-4A2B86A25BD2}"/>
              </a:ext>
            </a:extLst>
          </p:cNvPr>
          <p:cNvSpPr txBox="1"/>
          <p:nvPr/>
        </p:nvSpPr>
        <p:spPr>
          <a:xfrm>
            <a:off x="4692736" y="2295290"/>
            <a:ext cx="3650713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First Name: -----------</a:t>
            </a:r>
          </a:p>
          <a:p>
            <a:endParaRPr lang="en-US" dirty="0"/>
          </a:p>
          <a:p>
            <a:r>
              <a:rPr lang="en-US" dirty="0"/>
              <a:t>Last Name:--------</a:t>
            </a:r>
          </a:p>
          <a:p>
            <a:endParaRPr lang="en-US" dirty="0"/>
          </a:p>
          <a:p>
            <a:r>
              <a:rPr lang="en-US" dirty="0"/>
              <a:t>Football Club --------</a:t>
            </a:r>
          </a:p>
          <a:p>
            <a:endParaRPr lang="en-US" dirty="0"/>
          </a:p>
          <a:p>
            <a:r>
              <a:rPr lang="en-US" dirty="0"/>
              <a:t>Twitter Name:----------------</a:t>
            </a: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Date of Birth:------------</a:t>
            </a: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Town:---------------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17954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Add Football Club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EB58C-00A0-422C-96EB-6D37458E54EA}"/>
              </a:ext>
            </a:extLst>
          </p:cNvPr>
          <p:cNvSpPr txBox="1"/>
          <p:nvPr/>
        </p:nvSpPr>
        <p:spPr>
          <a:xfrm>
            <a:off x="4490229" y="2228671"/>
            <a:ext cx="365071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Football Club Name: -----------</a:t>
            </a:r>
          </a:p>
          <a:p>
            <a:endParaRPr lang="en-US" dirty="0"/>
          </a:p>
          <a:p>
            <a:r>
              <a:rPr lang="en-US" dirty="0"/>
              <a:t>Manager -------------</a:t>
            </a:r>
          </a:p>
          <a:p>
            <a:endParaRPr lang="en-US" dirty="0"/>
          </a:p>
          <a:p>
            <a:r>
              <a:rPr lang="en-US" dirty="0"/>
              <a:t>Star Player ------------</a:t>
            </a:r>
          </a:p>
          <a:p>
            <a:endParaRPr lang="en-US" dirty="0"/>
          </a:p>
          <a:p>
            <a:r>
              <a:rPr lang="en-US" dirty="0"/>
              <a:t>Date Formed --------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4978674" y="4342377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142648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Edit Football Club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4804062" y="4376696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C87AAD-F284-4B94-8A8B-AD303F37BF9F}"/>
              </a:ext>
            </a:extLst>
          </p:cNvPr>
          <p:cNvSpPr txBox="1"/>
          <p:nvPr/>
        </p:nvSpPr>
        <p:spPr>
          <a:xfrm>
            <a:off x="4401452" y="2068372"/>
            <a:ext cx="365071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Football Club Name: -----------</a:t>
            </a:r>
          </a:p>
          <a:p>
            <a:endParaRPr lang="en-US" dirty="0"/>
          </a:p>
          <a:p>
            <a:r>
              <a:rPr lang="en-US" dirty="0"/>
              <a:t>Manager -------------</a:t>
            </a:r>
          </a:p>
          <a:p>
            <a:endParaRPr lang="en-US" dirty="0"/>
          </a:p>
          <a:p>
            <a:r>
              <a:rPr lang="en-US" dirty="0"/>
              <a:t>Star Player ------------</a:t>
            </a:r>
          </a:p>
          <a:p>
            <a:endParaRPr lang="en-US" dirty="0"/>
          </a:p>
          <a:p>
            <a:r>
              <a:rPr lang="en-US" dirty="0"/>
              <a:t>Date Formed --------</a:t>
            </a:r>
          </a:p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B09B4-20B3-44E6-BAC5-6DE3D5CA0EF5}"/>
              </a:ext>
            </a:extLst>
          </p:cNvPr>
          <p:cNvSpPr/>
          <p:nvPr/>
        </p:nvSpPr>
        <p:spPr>
          <a:xfrm>
            <a:off x="7341951" y="2134714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4A139E-CA3A-4C12-A245-20051BCBE3D8}"/>
              </a:ext>
            </a:extLst>
          </p:cNvPr>
          <p:cNvSpPr/>
          <p:nvPr/>
        </p:nvSpPr>
        <p:spPr>
          <a:xfrm>
            <a:off x="7247420" y="2645352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ABD814-BD5E-48EB-BAEA-95A0A654F30D}"/>
              </a:ext>
            </a:extLst>
          </p:cNvPr>
          <p:cNvSpPr/>
          <p:nvPr/>
        </p:nvSpPr>
        <p:spPr>
          <a:xfrm>
            <a:off x="7247302" y="3114372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DF8A7-CEAD-4C2E-BC45-4B27BB053484}"/>
              </a:ext>
            </a:extLst>
          </p:cNvPr>
          <p:cNvSpPr/>
          <p:nvPr/>
        </p:nvSpPr>
        <p:spPr>
          <a:xfrm>
            <a:off x="7247302" y="3691352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</p:spTree>
    <p:extLst>
      <p:ext uri="{BB962C8B-B14F-4D97-AF65-F5344CB8AC3E}">
        <p14:creationId xmlns:p14="http://schemas.microsoft.com/office/powerpoint/2010/main" val="353658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Delete Football Club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5082746" y="5774724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169145-0483-4C9D-B2E1-04AC487ED40A}"/>
              </a:ext>
            </a:extLst>
          </p:cNvPr>
          <p:cNvSpPr txBox="1"/>
          <p:nvPr/>
        </p:nvSpPr>
        <p:spPr>
          <a:xfrm>
            <a:off x="4797865" y="2672054"/>
            <a:ext cx="365071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Football Club Name: -----------</a:t>
            </a:r>
          </a:p>
          <a:p>
            <a:endParaRPr lang="en-US" dirty="0"/>
          </a:p>
          <a:p>
            <a:r>
              <a:rPr lang="en-US" dirty="0"/>
              <a:t>Manager -------------</a:t>
            </a:r>
          </a:p>
          <a:p>
            <a:endParaRPr lang="en-US" dirty="0"/>
          </a:p>
          <a:p>
            <a:r>
              <a:rPr lang="en-US" dirty="0"/>
              <a:t>Star Player ------------</a:t>
            </a:r>
          </a:p>
          <a:p>
            <a:endParaRPr lang="en-US" dirty="0"/>
          </a:p>
          <a:p>
            <a:r>
              <a:rPr lang="en-US" dirty="0"/>
              <a:t>Date Formed --------</a:t>
            </a:r>
          </a:p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4BECAA-5AEF-425D-95BD-3FA97BF69BBA}"/>
              </a:ext>
            </a:extLst>
          </p:cNvPr>
          <p:cNvSpPr/>
          <p:nvPr/>
        </p:nvSpPr>
        <p:spPr>
          <a:xfrm>
            <a:off x="955796" y="2282395"/>
            <a:ext cx="2160265" cy="4499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Delete Football Club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EB4025-0F95-4E8C-82C2-80E7F93F4A17}"/>
              </a:ext>
            </a:extLst>
          </p:cNvPr>
          <p:cNvSpPr/>
          <p:nvPr/>
        </p:nvSpPr>
        <p:spPr>
          <a:xfrm>
            <a:off x="366584" y="2831311"/>
            <a:ext cx="3605699" cy="27893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5048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Add League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EB58C-00A0-422C-96EB-6D37458E54EA}"/>
              </a:ext>
            </a:extLst>
          </p:cNvPr>
          <p:cNvSpPr txBox="1"/>
          <p:nvPr/>
        </p:nvSpPr>
        <p:spPr>
          <a:xfrm>
            <a:off x="4332306" y="2102451"/>
            <a:ext cx="36507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Name of League: -----------</a:t>
            </a:r>
          </a:p>
          <a:p>
            <a:endParaRPr lang="en-US" dirty="0"/>
          </a:p>
          <a:p>
            <a:r>
              <a:rPr lang="en-US" dirty="0"/>
              <a:t>Number of Teams: --------</a:t>
            </a:r>
          </a:p>
          <a:p>
            <a:endParaRPr lang="en-US" dirty="0"/>
          </a:p>
          <a:p>
            <a:r>
              <a:rPr lang="en-US" dirty="0"/>
              <a:t>League Formation Date: ------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5010255" y="3993211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Add League </a:t>
            </a:r>
          </a:p>
        </p:txBody>
      </p:sp>
    </p:spTree>
    <p:extLst>
      <p:ext uri="{BB962C8B-B14F-4D97-AF65-F5344CB8AC3E}">
        <p14:creationId xmlns:p14="http://schemas.microsoft.com/office/powerpoint/2010/main" val="190224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Edit League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4978674" y="3799154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DF724B-CC6B-4FD0-BFA1-660F8CDCAB07}"/>
              </a:ext>
            </a:extLst>
          </p:cNvPr>
          <p:cNvSpPr txBox="1"/>
          <p:nvPr/>
        </p:nvSpPr>
        <p:spPr>
          <a:xfrm>
            <a:off x="4332306" y="2102451"/>
            <a:ext cx="36507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Name of League: -----------</a:t>
            </a:r>
          </a:p>
          <a:p>
            <a:endParaRPr lang="en-US" dirty="0"/>
          </a:p>
          <a:p>
            <a:r>
              <a:rPr lang="en-US" dirty="0"/>
              <a:t>Number of Teams: --------</a:t>
            </a:r>
          </a:p>
          <a:p>
            <a:endParaRPr lang="en-US" dirty="0"/>
          </a:p>
          <a:p>
            <a:r>
              <a:rPr lang="en-US" dirty="0"/>
              <a:t>League Formation Date: ------</a:t>
            </a:r>
          </a:p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1ACE82-1055-4E9C-8413-D6413C6D4AC1}"/>
              </a:ext>
            </a:extLst>
          </p:cNvPr>
          <p:cNvSpPr/>
          <p:nvPr/>
        </p:nvSpPr>
        <p:spPr>
          <a:xfrm>
            <a:off x="7341951" y="2134714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1A2C5E-62C0-4705-9C11-C614DFD93D0F}"/>
              </a:ext>
            </a:extLst>
          </p:cNvPr>
          <p:cNvSpPr/>
          <p:nvPr/>
        </p:nvSpPr>
        <p:spPr>
          <a:xfrm>
            <a:off x="7342069" y="2621860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61CBA-0EF7-447B-9AD5-E12516920D51}"/>
              </a:ext>
            </a:extLst>
          </p:cNvPr>
          <p:cNvSpPr/>
          <p:nvPr/>
        </p:nvSpPr>
        <p:spPr>
          <a:xfrm>
            <a:off x="7341951" y="3239318"/>
            <a:ext cx="710214" cy="21632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22843-4FEE-4FCB-8033-3CC7AE400F12}"/>
              </a:ext>
            </a:extLst>
          </p:cNvPr>
          <p:cNvSpPr/>
          <p:nvPr/>
        </p:nvSpPr>
        <p:spPr>
          <a:xfrm>
            <a:off x="955796" y="2282395"/>
            <a:ext cx="2160265" cy="4499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Edit Football Club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BC05C7-B8DA-49BA-894A-E4C0B2F16329}"/>
              </a:ext>
            </a:extLst>
          </p:cNvPr>
          <p:cNvSpPr/>
          <p:nvPr/>
        </p:nvSpPr>
        <p:spPr>
          <a:xfrm>
            <a:off x="366584" y="2831311"/>
            <a:ext cx="3605699" cy="27893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514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56C6D-A427-4690-AE08-D2B4EF357E48}"/>
              </a:ext>
            </a:extLst>
          </p:cNvPr>
          <p:cNvSpPr txBox="1"/>
          <p:nvPr/>
        </p:nvSpPr>
        <p:spPr>
          <a:xfrm>
            <a:off x="4804062" y="1636064"/>
            <a:ext cx="188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Delete League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79C53-D0BB-402F-80AF-29C634AD47D9}"/>
              </a:ext>
            </a:extLst>
          </p:cNvPr>
          <p:cNvSpPr/>
          <p:nvPr/>
        </p:nvSpPr>
        <p:spPr>
          <a:xfrm>
            <a:off x="5082746" y="5774724"/>
            <a:ext cx="1540476" cy="56017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Register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F1BCA-F648-4050-A76F-6ACD8BF24BB0}"/>
              </a:ext>
            </a:extLst>
          </p:cNvPr>
          <p:cNvSpPr txBox="1"/>
          <p:nvPr/>
        </p:nvSpPr>
        <p:spPr>
          <a:xfrm>
            <a:off x="4503266" y="2415103"/>
            <a:ext cx="36507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Name of League: -----------</a:t>
            </a:r>
          </a:p>
          <a:p>
            <a:endParaRPr lang="en-US" dirty="0"/>
          </a:p>
          <a:p>
            <a:r>
              <a:rPr lang="en-US" dirty="0"/>
              <a:t>Number of Teams: --------</a:t>
            </a:r>
          </a:p>
          <a:p>
            <a:endParaRPr lang="en-US" dirty="0"/>
          </a:p>
          <a:p>
            <a:r>
              <a:rPr lang="en-US" dirty="0"/>
              <a:t>League Formation Date: ------</a:t>
            </a:r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91CF27-567D-4B45-B713-4D61845F69AB}"/>
              </a:ext>
            </a:extLst>
          </p:cNvPr>
          <p:cNvSpPr/>
          <p:nvPr/>
        </p:nvSpPr>
        <p:spPr>
          <a:xfrm>
            <a:off x="955796" y="2282395"/>
            <a:ext cx="2160265" cy="4499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Delete Football Club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7D5D95-AC9B-4970-B69E-6BB5F5CB9161}"/>
              </a:ext>
            </a:extLst>
          </p:cNvPr>
          <p:cNvSpPr/>
          <p:nvPr/>
        </p:nvSpPr>
        <p:spPr>
          <a:xfrm>
            <a:off x="366584" y="2831311"/>
            <a:ext cx="3605699" cy="27893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25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376DB-4179-40BD-9FCA-7ABFE174F3FB}"/>
              </a:ext>
            </a:extLst>
          </p:cNvPr>
          <p:cNvSpPr txBox="1"/>
          <p:nvPr/>
        </p:nvSpPr>
        <p:spPr>
          <a:xfrm>
            <a:off x="4331326" y="1630963"/>
            <a:ext cx="26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Log-In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A20D6-0AA1-49F8-9AF3-8BA490D7F96B}"/>
              </a:ext>
            </a:extLst>
          </p:cNvPr>
          <p:cNvSpPr txBox="1"/>
          <p:nvPr/>
        </p:nvSpPr>
        <p:spPr>
          <a:xfrm>
            <a:off x="4623159" y="2574839"/>
            <a:ext cx="2520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-------------</a:t>
            </a:r>
          </a:p>
          <a:p>
            <a:r>
              <a:rPr lang="en-GB" dirty="0"/>
              <a:t>Password: --------------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E9FA6-2C9D-4D92-B4C5-A228D7FD7986}"/>
              </a:ext>
            </a:extLst>
          </p:cNvPr>
          <p:cNvSpPr/>
          <p:nvPr/>
        </p:nvSpPr>
        <p:spPr>
          <a:xfrm>
            <a:off x="4894046" y="3756043"/>
            <a:ext cx="2002569" cy="64633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Sign-in</a:t>
            </a:r>
          </a:p>
        </p:txBody>
      </p:sp>
    </p:spTree>
    <p:extLst>
      <p:ext uri="{BB962C8B-B14F-4D97-AF65-F5344CB8AC3E}">
        <p14:creationId xmlns:p14="http://schemas.microsoft.com/office/powerpoint/2010/main" val="65487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8B791E-D1F3-4FA2-9C00-70F797C16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000" l="9977" r="89791">
                        <a14:foregroundMark x1="41415" y1="7750" x2="47680" y2="4000"/>
                        <a14:foregroundMark x1="47680" y1="4000" x2="58933" y2="30000"/>
                        <a14:foregroundMark x1="58933" y1="30000" x2="59745" y2="47000"/>
                        <a14:foregroundMark x1="59745" y1="47000" x2="48608" y2="64500"/>
                        <a14:foregroundMark x1="48608" y1="64500" x2="49188" y2="66500"/>
                        <a14:foregroundMark x1="49652" y1="5750" x2="56032" y2="5250"/>
                        <a14:foregroundMark x1="56032" y1="5250" x2="58353" y2="19500"/>
                        <a14:foregroundMark x1="58353" y1="19500" x2="63341" y2="31750"/>
                        <a14:foregroundMark x1="63341" y1="31750" x2="65081" y2="46500"/>
                        <a14:foregroundMark x1="65081" y1="46500" x2="62877" y2="77500"/>
                        <a14:foregroundMark x1="62877" y1="77500" x2="47332" y2="80500"/>
                        <a14:foregroundMark x1="47332" y1="80500" x2="39907" y2="75500"/>
                        <a14:foregroundMark x1="39907" y1="75500" x2="40139" y2="29000"/>
                        <a14:foregroundMark x1="40139" y1="29000" x2="44200" y2="18000"/>
                        <a14:foregroundMark x1="44200" y1="18000" x2="47332" y2="16000"/>
                        <a14:foregroundMark x1="48492" y1="96250" x2="55336" y2="96000"/>
                        <a14:foregroundMark x1="55336" y1="96000" x2="55684" y2="96000"/>
                        <a14:backgroundMark x1="7309" y1="31000" x2="13573" y2="56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6" y="61268"/>
            <a:ext cx="1988282" cy="92263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145721-FA8D-4AF7-9A70-E4D7FB87B5E5}"/>
              </a:ext>
            </a:extLst>
          </p:cNvPr>
          <p:cNvSpPr/>
          <p:nvPr/>
        </p:nvSpPr>
        <p:spPr>
          <a:xfrm>
            <a:off x="82378" y="1029728"/>
            <a:ext cx="12027243" cy="53545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2F4C1-E089-4A1A-8F5E-D4BAFC21FE6B}"/>
              </a:ext>
            </a:extLst>
          </p:cNvPr>
          <p:cNvSpPr/>
          <p:nvPr/>
        </p:nvSpPr>
        <p:spPr>
          <a:xfrm>
            <a:off x="164757" y="1647568"/>
            <a:ext cx="11870724" cy="5156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helsea F.C. - Wikipedia">
            <a:extLst>
              <a:ext uri="{FF2B5EF4-FFF2-40B4-BE49-F238E27FC236}">
                <a16:creationId xmlns:a16="http://schemas.microsoft.com/office/drawing/2014/main" id="{75FA94FF-B03A-4535-870C-7A332743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3" y="91644"/>
            <a:ext cx="778474" cy="77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senal F.C. - Wikipedia">
            <a:extLst>
              <a:ext uri="{FF2B5EF4-FFF2-40B4-BE49-F238E27FC236}">
                <a16:creationId xmlns:a16="http://schemas.microsoft.com/office/drawing/2014/main" id="{74E9FA79-7552-47AF-847E-4A35E3FF6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83" y="91644"/>
            <a:ext cx="720453" cy="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verpool F.C. - Wikipedia">
            <a:extLst>
              <a:ext uri="{FF2B5EF4-FFF2-40B4-BE49-F238E27FC236}">
                <a16:creationId xmlns:a16="http://schemas.microsoft.com/office/drawing/2014/main" id="{80C16382-A795-491F-8AEF-87838905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55" y="-21113"/>
            <a:ext cx="747866" cy="96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chester United logo and symbol, meaning, history, PNG">
            <a:extLst>
              <a:ext uri="{FF2B5EF4-FFF2-40B4-BE49-F238E27FC236}">
                <a16:creationId xmlns:a16="http://schemas.microsoft.com/office/drawing/2014/main" id="{F97EDC59-47E4-4152-A388-96C824F1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895" y="58562"/>
            <a:ext cx="885243" cy="8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4F190F-A700-4467-B047-65331752D2D7}"/>
              </a:ext>
            </a:extLst>
          </p:cNvPr>
          <p:cNvSpPr/>
          <p:nvPr/>
        </p:nvSpPr>
        <p:spPr>
          <a:xfrm>
            <a:off x="164757" y="1128581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B262F-FED8-4C6C-93E2-2EFB7D9907B7}"/>
              </a:ext>
            </a:extLst>
          </p:cNvPr>
          <p:cNvSpPr/>
          <p:nvPr/>
        </p:nvSpPr>
        <p:spPr>
          <a:xfrm>
            <a:off x="1856743" y="1124455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Premier League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A3C38-790F-475F-BC5F-A6EAE8A58223}"/>
              </a:ext>
            </a:extLst>
          </p:cNvPr>
          <p:cNvSpPr/>
          <p:nvPr/>
        </p:nvSpPr>
        <p:spPr>
          <a:xfrm>
            <a:off x="4744220" y="1127671"/>
            <a:ext cx="1651922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Football Clubs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E9950-D038-4ABF-BC0C-EACA9375436B}"/>
              </a:ext>
            </a:extLst>
          </p:cNvPr>
          <p:cNvSpPr/>
          <p:nvPr/>
        </p:nvSpPr>
        <p:spPr>
          <a:xfrm>
            <a:off x="10945255" y="1124456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Log-In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B7166-B052-4C9B-AD27-480562CB2D81}"/>
              </a:ext>
            </a:extLst>
          </p:cNvPr>
          <p:cNvSpPr/>
          <p:nvPr/>
        </p:nvSpPr>
        <p:spPr>
          <a:xfrm>
            <a:off x="9602089" y="1124455"/>
            <a:ext cx="972065" cy="337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Register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376DB-4179-40BD-9FCA-7ABFE174F3FB}"/>
              </a:ext>
            </a:extLst>
          </p:cNvPr>
          <p:cNvSpPr txBox="1"/>
          <p:nvPr/>
        </p:nvSpPr>
        <p:spPr>
          <a:xfrm>
            <a:off x="4331326" y="1630963"/>
            <a:ext cx="26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Block 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A20D6-0AA1-49F8-9AF3-8BA490D7F96B}"/>
              </a:ext>
            </a:extLst>
          </p:cNvPr>
          <p:cNvSpPr txBox="1"/>
          <p:nvPr/>
        </p:nvSpPr>
        <p:spPr>
          <a:xfrm>
            <a:off x="4692736" y="2297840"/>
            <a:ext cx="2520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UserID: -----------</a:t>
            </a:r>
          </a:p>
          <a:p>
            <a:r>
              <a:rPr lang="en-GB" dirty="0"/>
              <a:t>Username: -------------</a:t>
            </a:r>
          </a:p>
          <a:p>
            <a:r>
              <a:rPr lang="en-GB" dirty="0"/>
              <a:t>Offence:----------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E9FA6-2C9D-4D92-B4C5-A228D7FD7986}"/>
              </a:ext>
            </a:extLst>
          </p:cNvPr>
          <p:cNvSpPr/>
          <p:nvPr/>
        </p:nvSpPr>
        <p:spPr>
          <a:xfrm>
            <a:off x="4744220" y="3756043"/>
            <a:ext cx="2002569" cy="64633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Block User</a:t>
            </a:r>
          </a:p>
        </p:txBody>
      </p:sp>
    </p:spTree>
    <p:extLst>
      <p:ext uri="{BB962C8B-B14F-4D97-AF65-F5344CB8AC3E}">
        <p14:creationId xmlns:p14="http://schemas.microsoft.com/office/powerpoint/2010/main" val="26463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29AFD6FD6EFB4B8DCCCE26597A213C" ma:contentTypeVersion="7" ma:contentTypeDescription="Create a new document." ma:contentTypeScope="" ma:versionID="33a548b8b3c6494680c3bef975770c4e">
  <xsd:schema xmlns:xsd="http://www.w3.org/2001/XMLSchema" xmlns:xs="http://www.w3.org/2001/XMLSchema" xmlns:p="http://schemas.microsoft.com/office/2006/metadata/properties" xmlns:ns2="3afbf822-0cdd-4277-8165-021a0dfef793" targetNamespace="http://schemas.microsoft.com/office/2006/metadata/properties" ma:root="true" ma:fieldsID="79db23ced393395437330c1a447c5789" ns2:_="">
    <xsd:import namespace="3afbf822-0cdd-4277-8165-021a0dfef7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bf822-0cdd-4277-8165-021a0dfef7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775CEF-3942-4E1F-B1E4-DEB7622342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fbf822-0cdd-4277-8165-021a0dfef7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9EA3E2-FCE4-4F7C-A32B-4327A60BA4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199E8-1E13-4B98-93ED-59D82640F93A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3afbf822-0cdd-4277-8165-021a0dfef79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</TotalTime>
  <Words>437</Words>
  <Application>Microsoft Office PowerPoint</Application>
  <PresentationFormat>Widescreen</PresentationFormat>
  <Paragraphs>239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Advance Programming Story-Board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Ross Parkinson</dc:creator>
  <cp:lastModifiedBy>Ross</cp:lastModifiedBy>
  <cp:revision>14</cp:revision>
  <dcterms:created xsi:type="dcterms:W3CDTF">2021-02-25T09:11:13Z</dcterms:created>
  <dcterms:modified xsi:type="dcterms:W3CDTF">2021-03-21T11:28:40Z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0x010100BA29AFD6FD6EFB4B8DCCCE26597A213C</vt:lpwstr>
  </property>
</Properties>
</file>